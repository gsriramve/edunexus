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3790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EduNexus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College Management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Education Administration with Artificial Intelligence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http://15.206.243.177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CMO, BA &amp; Product Teams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Traditional CMS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data entry consuming 40% of admin time
• Reactive problem-solving - issues discovered too late
• Siloed systems requiring multiple logins
• No predictive insights or AI automation
• Poor student engagement and retention
• Limited alumni and parent connectivity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0" y="1097280"/>
            <a:ext cx="3840480" cy="347472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12080" y="17373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operational costs
• Student dropouts undetected
• Poor accreditation readiness
• Low staff productivity
• Missed fee collections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EduNexus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Platform serving 9 distinct personas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 Attendance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 vs 15 min manual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dropout risk alerts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92024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Fee Reminders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collections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Career Matching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Job-skill alignment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32004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Sign-On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role dashboards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2004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Accreditation Ready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reports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Landing Page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 with lead capture &amp; college showcase</a:t>
            </a:r>
            <a:endParaRPr lang="en-US" sz="1400" dirty="0"/>
          </a:p>
        </p:txBody>
      </p:sp>
      <p:pic>
        <p:nvPicPr>
          <p:cNvPr id="4" name="Image 0" descr="/Users/sriramvenkatg/edunexus/pptx-assets/landing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2296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Staff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collection, certificates, admissions at a glance</a:t>
            </a:r>
            <a:endParaRPr lang="en-US" sz="1400" dirty="0"/>
          </a:p>
        </p:txBody>
      </p:sp>
      <p:pic>
        <p:nvPicPr>
          <p:cNvPr id="4" name="Image 0" descr="/Users/sriramvenkatg/edunexus/pptx-assets/admin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Dashboard with AI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recommendations, career readiness, academic progress</a:t>
            </a:r>
            <a:endParaRPr lang="en-US" sz="1400" dirty="0"/>
          </a:p>
        </p:txBody>
      </p:sp>
      <p:pic>
        <p:nvPicPr>
          <p:cNvPr id="4" name="Image 0" descr="/Users/sriramvenkatg/edunexus/pptx-assets/student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Role-Specific Dashboards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2743200" cy="1280160"/>
          </a:xfrm>
          <a:prstGeom prst="rect">
            <a:avLst/>
          </a:prstGeom>
          <a:solidFill>
            <a:srgbClr val="EEF2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Owner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Multi-college SaaS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admin@edunexus.io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743200" cy="1280160"/>
          </a:xfrm>
          <a:prstGeom prst="rect">
            <a:avLst/>
          </a:prstGeom>
          <a:solidFill>
            <a:srgbClr val="EEF2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914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analytics &amp; accreditation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principal@nexus-ec.edu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822960"/>
            <a:ext cx="2743200" cy="1280160"/>
          </a:xfrm>
          <a:prstGeom prst="rect">
            <a:avLst/>
          </a:prstGeom>
          <a:solidFill>
            <a:srgbClr val="EEF2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914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&amp; faculty management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hod.cse@nexus-ec.edu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274320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Staff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Records, fees, certificates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017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admin@nexus-ec.edu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2286000"/>
            <a:ext cx="274320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9184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Attendance, marks, materials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3017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teacher@nexus-ec.edu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2286000"/>
            <a:ext cx="274320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Assistant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&amp; equipment tracking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3017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lab@nexus-ec.edu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749040"/>
            <a:ext cx="2743200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3840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Academics, career, mentorship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480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student@nexus-ec.edu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0" y="3749040"/>
            <a:ext cx="2743200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91840" y="3840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9184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 monitoring &amp; fees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91840" y="4480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parent@nexus-ec.edu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3749040"/>
            <a:ext cx="2743200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17920" y="3840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1792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Directory, mentorship, events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4480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alumni@nexus-ec.edu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97680" cy="1188720"/>
          </a:xfrm>
          <a:prstGeom prst="roundRect">
            <a:avLst>
              <a:gd name="adj" fmla="val 7692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in 30 seconds with anti-spoofing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 Teacher, Lab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297680" cy="1188720"/>
          </a:xfrm>
          <a:prstGeom prst="roundRect">
            <a:avLst>
              <a:gd name="adj" fmla="val 7692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risk alerts &amp; intervention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 Principal, HOD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4297680" cy="1188720"/>
          </a:xfrm>
          <a:prstGeom prst="roundRect">
            <a:avLst>
              <a:gd name="adj" fmla="val 7692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 Analysis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recommendations per student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 HOD, Student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4297680" cy="1188720"/>
          </a:xfrm>
          <a:prstGeom prst="roundRect">
            <a:avLst>
              <a:gd name="adj" fmla="val 7692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AI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Job-skill matching &amp; readiness scoring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 Student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840480"/>
            <a:ext cx="4297680" cy="1188720"/>
          </a:xfrm>
          <a:prstGeom prst="roundRect">
            <a:avLst>
              <a:gd name="adj" fmla="val 7692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Reminders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fee collection automation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 Admin, Parent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840480"/>
            <a:ext cx="4297680" cy="1188720"/>
          </a:xfrm>
          <a:prstGeom prst="roundRect">
            <a:avLst>
              <a:gd name="adj" fmla="val 7692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Sentiment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4297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analysis of student feedback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4663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 Principal, HOD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&amp; Time Savings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5486400" cy="25603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EduNexus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Attendance (per class)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10-15 minutes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seconds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Reports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 days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click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Certificate Generation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 days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 Collection Tracking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ledgers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Accreditation Docs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822960"/>
            <a:ext cx="2743200" cy="256032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0" y="914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0" y="12801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40-60%
</a:t>
            </a: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workload reduction
</a:t>
            </a: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
</a:t>
            </a: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cost reduction
</a:t>
            </a: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
</a:t>
            </a: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loss risk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Now!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URL: http://15.206.243.177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for all accounts: Nexus@1104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2926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admin@edunexus.io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/platform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principal@nexus-ec.edu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/principal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HOD (CSE)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hod.cse@nexus-ec.edu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/hod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Staff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admin@nexus-ec.edu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/admin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teacher@nexus-ec.edu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/teacher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student@nexus-ec.edu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/student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parent@nexus-ec.edu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/parent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Alumni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alumni@nexus-ec.edu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/alumni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Try the Demo  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http://15.206.243.177
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Schedule Deep Dive  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Personalized walkthrough
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Pilot Program  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Start with one department
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Full Deployment  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Institution-wide rollout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EduNexus - Where AI Meets Education Excellence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567</Words>
  <Application>Microsoft Macintosh PowerPoint</Application>
  <PresentationFormat>On-screen Show (16:9)</PresentationFormat>
  <Paragraphs>141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EduNexus - AI-Powered College Management</dc:title>
  <dc:subject>Sales Pitch</dc:subject>
  <dc:creator>EduNexus Team</dc:creator>
  <cp:lastModifiedBy>Sriram Gonella</cp:lastModifiedBy>
  <cp:revision>2</cp:revision>
  <dcterms:created xsi:type="dcterms:W3CDTF">2026-01-14T08:59:19Z</dcterms:created>
  <dcterms:modified xsi:type="dcterms:W3CDTF">2026-01-14T09:01:24Z</dcterms:modified>
</cp:coreProperties>
</file>