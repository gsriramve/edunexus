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edu-nexus.co.in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edu-nexus.co.in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edu-nexus.co.in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A365D"/>
                </a:solidFill>
              </a:rPr>
              <a:t>EduNexus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2926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</a:rPr>
              <a:t>AI-Powered College Management Platform</a:t>
            </a:r>
            <a:endParaRPr lang="en-US" sz="24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u="sng" dirty="0">
                <a:solidFill>
                  <a:srgbClr val="2563EB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https://edu-nexus.co.in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365D"/>
                </a:solidFill>
              </a:rPr>
              <a:t>The Problem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200" dirty="0">
                <a:solidFill>
                  <a:srgbClr val="DC2626"/>
                </a:solidFill>
              </a:rPr>
              <a:t>• </a:t>
            </a:r>
            <a:pPr indent="0" marL="0">
              <a:lnSpc>
                <a:spcPts val="3200"/>
              </a:lnSpc>
              <a:buNone/>
            </a:pPr>
            <a:r>
              <a:rPr lang="en-US" sz="2200" dirty="0">
                <a:solidFill>
                  <a:srgbClr val="374151"/>
                </a:solidFill>
              </a:rPr>
              <a:t>Manual attendance takes 5-10 minutes per class
</a:t>
            </a:r>
            <a:pPr indent="0" marL="0">
              <a:lnSpc>
                <a:spcPts val="3200"/>
              </a:lnSpc>
              <a:buNone/>
            </a:pPr>
            <a:r>
              <a:rPr lang="en-US" sz="2200" dirty="0">
                <a:solidFill>
                  <a:srgbClr val="DC2626"/>
                </a:solidFill>
              </a:rPr>
              <a:t>• </a:t>
            </a:r>
            <a:pPr indent="0" marL="0">
              <a:lnSpc>
                <a:spcPts val="3200"/>
              </a:lnSpc>
              <a:buNone/>
            </a:pPr>
            <a:r>
              <a:rPr lang="en-US" sz="2200" dirty="0">
                <a:solidFill>
                  <a:srgbClr val="374151"/>
                </a:solidFill>
              </a:rPr>
              <a:t>Report generation takes weeks of manual work
</a:t>
            </a:r>
            <a:pPr indent="0" marL="0">
              <a:lnSpc>
                <a:spcPts val="3200"/>
              </a:lnSpc>
              <a:buNone/>
            </a:pPr>
            <a:r>
              <a:rPr lang="en-US" sz="2200" dirty="0">
                <a:solidFill>
                  <a:srgbClr val="DC2626"/>
                </a:solidFill>
              </a:rPr>
              <a:t>• </a:t>
            </a:r>
            <a:pPr indent="0" marL="0">
              <a:lnSpc>
                <a:spcPts val="3200"/>
              </a:lnSpc>
              <a:buNone/>
            </a:pPr>
            <a:r>
              <a:rPr lang="en-US" sz="2200" dirty="0">
                <a:solidFill>
                  <a:srgbClr val="374151"/>
                </a:solidFill>
              </a:rPr>
              <a:t>At-risk students identified only after they fail
</a:t>
            </a:r>
            <a:pPr indent="0" marL="0">
              <a:lnSpc>
                <a:spcPts val="3200"/>
              </a:lnSpc>
              <a:buNone/>
            </a:pPr>
            <a:r>
              <a:rPr lang="en-US" sz="2200" dirty="0">
                <a:solidFill>
                  <a:srgbClr val="DC2626"/>
                </a:solidFill>
              </a:rPr>
              <a:t>• </a:t>
            </a:r>
            <a:pPr indent="0" marL="0">
              <a:lnSpc>
                <a:spcPts val="3200"/>
              </a:lnSpc>
              <a:buNone/>
            </a:pPr>
            <a:r>
              <a:rPr lang="en-US" sz="2200" dirty="0">
                <a:solidFill>
                  <a:srgbClr val="374151"/>
                </a:solidFill>
              </a:rPr>
              <a:t>Parents only get updates at PTM meetings
</a:t>
            </a:r>
            <a:pPr indent="0" marL="0">
              <a:lnSpc>
                <a:spcPts val="3200"/>
              </a:lnSpc>
              <a:buNone/>
            </a:pPr>
            <a:r>
              <a:rPr lang="en-US" sz="2200" dirty="0">
                <a:solidFill>
                  <a:srgbClr val="DC2626"/>
                </a:solidFill>
              </a:rPr>
              <a:t>• </a:t>
            </a:r>
            <a:pPr indent="0" marL="0">
              <a:lnSpc>
                <a:spcPts val="3200"/>
              </a:lnSpc>
              <a:buNone/>
            </a:pPr>
            <a:r>
              <a:rPr lang="en-US" sz="2200" dirty="0">
                <a:solidFill>
                  <a:srgbClr val="374151"/>
                </a:solidFill>
              </a:rPr>
              <a:t>One-size-fits-all dashboards frustrate users
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365D"/>
                </a:solidFill>
              </a:rPr>
              <a:t>The EduNexus Solution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200" dirty="0">
                <a:solidFill>
                  <a:srgbClr val="16A34A"/>
                </a:solidFill>
              </a:rPr>
              <a:t>✓ </a:t>
            </a:r>
            <a:pPr indent="0" marL="0">
              <a:lnSpc>
                <a:spcPts val="3200"/>
              </a:lnSpc>
              <a:buNone/>
            </a:pPr>
            <a:r>
              <a:rPr lang="en-US" sz="2200" dirty="0">
                <a:solidFill>
                  <a:srgbClr val="374151"/>
                </a:solidFill>
              </a:rPr>
              <a:t>AI Face Recognition Attendance (30 seconds)
</a:t>
            </a:r>
            <a:pPr indent="0" marL="0">
              <a:lnSpc>
                <a:spcPts val="3200"/>
              </a:lnSpc>
              <a:buNone/>
            </a:pPr>
            <a:r>
              <a:rPr lang="en-US" sz="2200" dirty="0">
                <a:solidFill>
                  <a:srgbClr val="16A34A"/>
                </a:solidFill>
              </a:rPr>
              <a:t>✓ </a:t>
            </a:r>
            <a:pPr indent="0" marL="0">
              <a:lnSpc>
                <a:spcPts val="3200"/>
              </a:lnSpc>
              <a:buNone/>
            </a:pPr>
            <a:r>
              <a:rPr lang="en-US" sz="2200" dirty="0">
                <a:solidFill>
                  <a:srgbClr val="374151"/>
                </a:solidFill>
              </a:rPr>
              <a:t>Auto-generated Reports (minutes, not weeks)
</a:t>
            </a:r>
            <a:pPr indent="0" marL="0">
              <a:lnSpc>
                <a:spcPts val="3200"/>
              </a:lnSpc>
              <a:buNone/>
            </a:pPr>
            <a:r>
              <a:rPr lang="en-US" sz="2200" dirty="0">
                <a:solidFill>
                  <a:srgbClr val="16A34A"/>
                </a:solidFill>
              </a:rPr>
              <a:t>✓ </a:t>
            </a:r>
            <a:pPr indent="0" marL="0">
              <a:lnSpc>
                <a:spcPts val="3200"/>
              </a:lnSpc>
              <a:buNone/>
            </a:pPr>
            <a:r>
              <a:rPr lang="en-US" sz="2200" dirty="0">
                <a:solidFill>
                  <a:srgbClr val="374151"/>
                </a:solidFill>
              </a:rPr>
              <a:t>Predictive Analytics for At-Risk Students
</a:t>
            </a:r>
            <a:pPr indent="0" marL="0">
              <a:lnSpc>
                <a:spcPts val="3200"/>
              </a:lnSpc>
              <a:buNone/>
            </a:pPr>
            <a:r>
              <a:rPr lang="en-US" sz="2200" dirty="0">
                <a:solidFill>
                  <a:srgbClr val="16A34A"/>
                </a:solidFill>
              </a:rPr>
              <a:t>✓ </a:t>
            </a:r>
            <a:pPr indent="0" marL="0">
              <a:lnSpc>
                <a:spcPts val="3200"/>
              </a:lnSpc>
              <a:buNone/>
            </a:pPr>
            <a:r>
              <a:rPr lang="en-US" sz="2200" dirty="0">
                <a:solidFill>
                  <a:srgbClr val="374151"/>
                </a:solidFill>
              </a:rPr>
              <a:t>Real-time Parent Notifications
</a:t>
            </a:r>
            <a:pPr indent="0" marL="0">
              <a:lnSpc>
                <a:spcPts val="3200"/>
              </a:lnSpc>
              <a:buNone/>
            </a:pPr>
            <a:r>
              <a:rPr lang="en-US" sz="2200" dirty="0">
                <a:solidFill>
                  <a:srgbClr val="16A34A"/>
                </a:solidFill>
              </a:rPr>
              <a:t>✓ </a:t>
            </a:r>
            <a:pPr indent="0" marL="0">
              <a:lnSpc>
                <a:spcPts val="3200"/>
              </a:lnSpc>
              <a:buNone/>
            </a:pPr>
            <a:r>
              <a:rPr lang="en-US" sz="2200" dirty="0">
                <a:solidFill>
                  <a:srgbClr val="374151"/>
                </a:solidFill>
              </a:rPr>
              <a:t>9 Role-Specific Dashboards
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365D"/>
                </a:solidFill>
              </a:rPr>
              <a:t>Modern, Intuitive Interface</a:t>
            </a:r>
            <a:endParaRPr lang="en-US" sz="2800" dirty="0"/>
          </a:p>
        </p:txBody>
      </p:sp>
      <p:pic>
        <p:nvPicPr>
          <p:cNvPr id="3" name="Image 0" descr="/Users/sriramvenkatg/edunexus/pptx-assets/landing-p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22960"/>
            <a:ext cx="8229600" cy="3931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563EB"/>
                </a:solidFill>
              </a:rPr>
              <a:t>https://edu-nexus.co.in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365D"/>
                </a:solidFill>
              </a:rPr>
              <a:t>9 Role-Specific Dashboards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743200" cy="1005840"/>
          </a:xfrm>
          <a:prstGeom prst="rect">
            <a:avLst/>
          </a:prstGeom>
          <a:solidFill>
            <a:srgbClr val="E0E7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4173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365D"/>
                </a:solidFill>
              </a:rPr>
              <a:t>Platform Owner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383280" y="1097280"/>
            <a:ext cx="2743200" cy="1005840"/>
          </a:xfrm>
          <a:prstGeom prst="rect">
            <a:avLst/>
          </a:prstGeom>
          <a:solidFill>
            <a:srgbClr val="E0E7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383280" y="14173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365D"/>
                </a:solidFill>
              </a:rPr>
              <a:t>Principal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309360" y="1097280"/>
            <a:ext cx="2743200" cy="1005840"/>
          </a:xfrm>
          <a:prstGeom prst="rect">
            <a:avLst/>
          </a:prstGeom>
          <a:solidFill>
            <a:srgbClr val="E0E7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09360" y="14173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365D"/>
                </a:solidFill>
              </a:rPr>
              <a:t>HOD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2743200" cy="1005840"/>
          </a:xfrm>
          <a:prstGeom prst="rect">
            <a:avLst/>
          </a:prstGeom>
          <a:solidFill>
            <a:srgbClr val="E0E7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6974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365D"/>
                </a:solidFill>
              </a:rPr>
              <a:t>Admin Staff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383280" y="2377440"/>
            <a:ext cx="2743200" cy="1005840"/>
          </a:xfrm>
          <a:prstGeom prst="rect">
            <a:avLst/>
          </a:prstGeom>
          <a:solidFill>
            <a:srgbClr val="E0E7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83280" y="26974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365D"/>
                </a:solidFill>
              </a:rPr>
              <a:t>Teacher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309360" y="2377440"/>
            <a:ext cx="2743200" cy="1005840"/>
          </a:xfrm>
          <a:prstGeom prst="rect">
            <a:avLst/>
          </a:prstGeom>
          <a:solidFill>
            <a:srgbClr val="E0E7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09360" y="26974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365D"/>
                </a:solidFill>
              </a:rPr>
              <a:t>Lab Assistant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2743200" cy="1005840"/>
          </a:xfrm>
          <a:prstGeom prst="rect">
            <a:avLst/>
          </a:prstGeom>
          <a:solidFill>
            <a:srgbClr val="E0E7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977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365D"/>
                </a:solidFill>
              </a:rPr>
              <a:t>Student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383280" y="3657600"/>
            <a:ext cx="2743200" cy="1005840"/>
          </a:xfrm>
          <a:prstGeom prst="rect">
            <a:avLst/>
          </a:prstGeom>
          <a:solidFill>
            <a:srgbClr val="E0E7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83280" y="3977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365D"/>
                </a:solidFill>
              </a:rPr>
              <a:t>Parent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309360" y="3657600"/>
            <a:ext cx="2743200" cy="1005840"/>
          </a:xfrm>
          <a:prstGeom prst="rect">
            <a:avLst/>
          </a:prstGeom>
          <a:solidFill>
            <a:srgbClr val="E0E7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09360" y="3977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365D"/>
                </a:solidFill>
              </a:rPr>
              <a:t>Alumni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365D"/>
                </a:solidFill>
              </a:rPr>
              <a:t>Admin Staff Dashboard</a:t>
            </a:r>
            <a:endParaRPr lang="en-US" sz="2800" dirty="0"/>
          </a:p>
        </p:txBody>
      </p:sp>
      <p:pic>
        <p:nvPicPr>
          <p:cNvPr id="3" name="Image 0" descr="/Users/sriramvenkatg/edunexus/pptx-assets/admin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22960"/>
            <a:ext cx="8229600" cy="3931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563EB"/>
                </a:solidFill>
              </a:rPr>
              <a:t>Login: admin@nexus-ec.edu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365D"/>
                </a:solidFill>
              </a:rPr>
              <a:t>Student Dashboard</a:t>
            </a:r>
            <a:endParaRPr lang="en-US" sz="2800" dirty="0"/>
          </a:p>
        </p:txBody>
      </p:sp>
      <p:pic>
        <p:nvPicPr>
          <p:cNvPr id="3" name="Image 0" descr="/Users/sriramvenkatg/edunexus/pptx-assets/student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22960"/>
            <a:ext cx="8229600" cy="3931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563EB"/>
                </a:solidFill>
              </a:rPr>
              <a:t>Login: student@nexus-ec.edu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365D"/>
                </a:solidFill>
              </a:rPr>
              <a:t>AI-Powered Features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1371600"/>
          </a:xfrm>
          <a:prstGeom prst="rect">
            <a:avLst/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365D"/>
                </a:solidFill>
              </a:rPr>
              <a:t>Face Recognition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Attendance in 30 seconds with anti-spoofing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0" y="1188720"/>
            <a:ext cx="4114800" cy="1371600"/>
          </a:xfrm>
          <a:prstGeom prst="rect">
            <a:avLst/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0" y="137160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365D"/>
                </a:solidFill>
              </a:rPr>
              <a:t>Predictive Analytics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754880" y="182880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Identify at-risk students weeks ahead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926080"/>
            <a:ext cx="4114800" cy="1371600"/>
          </a:xfrm>
          <a:prstGeom prst="rect">
            <a:avLst/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10896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365D"/>
                </a:solidFill>
              </a:rPr>
              <a:t>Smart Reports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" y="356616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Auto-generated accreditation reports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0" y="2926080"/>
            <a:ext cx="4114800" cy="1371600"/>
          </a:xfrm>
          <a:prstGeom prst="rect">
            <a:avLst/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310896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365D"/>
                </a:solidFill>
              </a:rPr>
              <a:t>Career AI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54880" y="356616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Personalized career path recommendations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365D"/>
                </a:solidFill>
              </a:rPr>
              <a:t>Return on Investment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011680" cy="548640"/>
          </a:xfrm>
          <a:prstGeom prst="rect">
            <a:avLst/>
          </a:prstGeom>
          <a:solidFill>
            <a:srgbClr val="2563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2344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Metric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560320" y="1097280"/>
            <a:ext cx="2011680" cy="548640"/>
          </a:xfrm>
          <a:prstGeom prst="rect">
            <a:avLst/>
          </a:prstGeom>
          <a:solidFill>
            <a:srgbClr val="2563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0" y="12344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Before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1097280"/>
            <a:ext cx="2011680" cy="548640"/>
          </a:xfrm>
          <a:prstGeom prst="rect">
            <a:avLst/>
          </a:prstGeom>
          <a:solidFill>
            <a:srgbClr val="2563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12344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After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766560" y="1097280"/>
            <a:ext cx="2011680" cy="548640"/>
          </a:xfrm>
          <a:prstGeom prst="rect">
            <a:avLst/>
          </a:prstGeom>
          <a:solidFill>
            <a:srgbClr val="2563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66560" y="12344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Savings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1737360"/>
            <a:ext cx="20116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1874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Attendance Time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60320" y="1737360"/>
            <a:ext cx="20116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0320" y="1874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5-10 min/class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63440" y="1737360"/>
            <a:ext cx="20116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1874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30 seconds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766560" y="1737360"/>
            <a:ext cx="2011680" cy="548640"/>
          </a:xfrm>
          <a:prstGeom prst="rect">
            <a:avLst/>
          </a:prstGeom>
          <a:solidFill>
            <a:srgbClr val="DCFCE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6560" y="1874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90%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2377440"/>
            <a:ext cx="20116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2514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Report Generation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60320" y="2377440"/>
            <a:ext cx="20116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560320" y="2514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Weeks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663440" y="2377440"/>
            <a:ext cx="20116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63440" y="2514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Minutes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766560" y="2377440"/>
            <a:ext cx="2011680" cy="548640"/>
          </a:xfrm>
          <a:prstGeom prst="rect">
            <a:avLst/>
          </a:prstGeom>
          <a:solidFill>
            <a:srgbClr val="DCFCE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66560" y="2514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95%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3017520"/>
            <a:ext cx="20116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31546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Fee Follow-ups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60320" y="3017520"/>
            <a:ext cx="20116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560320" y="31546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Manual calls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663440" y="3017520"/>
            <a:ext cx="20116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63440" y="31546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Auto-reminders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766560" y="3017520"/>
            <a:ext cx="2011680" cy="548640"/>
          </a:xfrm>
          <a:prstGeom prst="rect">
            <a:avLst/>
          </a:prstGeom>
          <a:solidFill>
            <a:srgbClr val="DCFCE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766560" y="31546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70%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7200" y="3657600"/>
            <a:ext cx="20116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7200" y="37947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Student Retention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60320" y="3657600"/>
            <a:ext cx="20116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560320" y="37947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Reactive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663440" y="3657600"/>
            <a:ext cx="20116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63440" y="37947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Predictive +15%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766560" y="3657600"/>
            <a:ext cx="2011680" cy="548640"/>
          </a:xfrm>
          <a:prstGeom prst="rect">
            <a:avLst/>
          </a:prstGeom>
          <a:solidFill>
            <a:srgbClr val="DCFCE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766560" y="37947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15%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365D"/>
                </a:solidFill>
              </a:rPr>
              <a:t>Try the Live Demo</a:t>
            </a:r>
            <a:endParaRPr lang="en-US" sz="3600" dirty="0"/>
          </a:p>
        </p:txBody>
      </p:sp>
      <p:sp>
        <p:nvSpPr>
          <p:cNvPr id="3" name="Text 1">
            <a:hlinkClick r:id="rId1" tooltip=""/>
          </p:cNvPr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u="sng" dirty="0">
                <a:solidFill>
                  <a:srgbClr val="2563EB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https://edu-nexus.co.in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</a:rPr>
              <a:t>Password: Nexus@1104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365D"/>
                </a:solidFill>
              </a:rPr>
              <a:t>Platform Owner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828800" y="237744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563EB"/>
                </a:solidFill>
              </a:rPr>
              <a:t>admin@edunexus.io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383280" y="23774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365D"/>
                </a:solidFill>
              </a:rPr>
              <a:t>Principal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754880" y="237744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563EB"/>
                </a:solidFill>
              </a:rPr>
              <a:t>principal@nexus-ec.edu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09360" y="23774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365D"/>
                </a:solidFill>
              </a:rPr>
              <a:t>HOD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680960" y="237744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563EB"/>
                </a:solidFill>
              </a:rPr>
              <a:t>hod.cse@nexus-ec.edu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31089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365D"/>
                </a:solidFill>
              </a:rPr>
              <a:t>Admin Staff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828800" y="310896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563EB"/>
                </a:solidFill>
              </a:rPr>
              <a:t>admin@nexus-ec.edu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383280" y="31089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365D"/>
                </a:solidFill>
              </a:rPr>
              <a:t>Teacher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54880" y="310896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563EB"/>
                </a:solidFill>
              </a:rPr>
              <a:t>teacher@nexus-ec.edu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09360" y="31089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365D"/>
                </a:solidFill>
              </a:rPr>
              <a:t>Lab Assistant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680960" y="310896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563EB"/>
                </a:solidFill>
              </a:rPr>
              <a:t>lab@nexus-ec.edu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38404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365D"/>
                </a:solidFill>
              </a:rPr>
              <a:t>Student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828800" y="384048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563EB"/>
                </a:solidFill>
              </a:rPr>
              <a:t>student@nexus-ec.edu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383280" y="38404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365D"/>
                </a:solidFill>
              </a:rPr>
              <a:t>Parent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754880" y="384048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563EB"/>
                </a:solidFill>
              </a:rPr>
              <a:t>parent@nexus-ec.edu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09360" y="38404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365D"/>
                </a:solidFill>
              </a:rPr>
              <a:t>Alumni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680960" y="384048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563EB"/>
                </a:solidFill>
              </a:rPr>
              <a:t>alumni@nexus-ec.edu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A365D"/>
                </a:solidFill>
              </a:rPr>
              <a:t>Ready to Transform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1A365D"/>
                </a:solidFill>
              </a:rPr>
              <a:t>Your Institution?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0175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</a:rPr>
              <a:t>Schedule a personalized demo today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0" y="3840480"/>
            <a:ext cx="3657600" cy="7315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" name="Text 3">
            <a:hlinkClick r:id="rId1" tooltip=""/>
          </p:cNvPr>
          <p:cNvSpPr/>
          <p:nvPr/>
        </p:nvSpPr>
        <p:spPr>
          <a:xfrm>
            <a:off x="2743200" y="39776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u="sng" dirty="0">
                <a:solidFill>
                  <a:srgbClr val="FFFFFF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https://edu-nexus.co.in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EduNexus Sales Pitch</dc:title>
  <dc:subject>PptxGenJS Presentation</dc:subject>
  <dc:creator>EduNexus Team</dc:creator>
  <cp:lastModifiedBy>EduNexus Team</cp:lastModifiedBy>
  <cp:revision>1</cp:revision>
  <dcterms:created xsi:type="dcterms:W3CDTF">2026-01-14T11:39:47Z</dcterms:created>
  <dcterms:modified xsi:type="dcterms:W3CDTF">2026-01-14T11:39:47Z</dcterms:modified>
</cp:coreProperties>
</file>