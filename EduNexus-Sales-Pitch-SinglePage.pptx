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EduNexus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468880" y="228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6F8"/>
                </a:solidFill>
              </a:rPr>
              <a:t>AI-Powered College Management Platform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0" y="164592"/>
            <a:ext cx="2286000" cy="41148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20116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</a:rPr>
              <a:t>https://edu-nexus.co.in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2B8"/>
                </a:solidFill>
              </a:rPr>
              <a:t>KEY FEATURES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3931920" cy="5943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280160"/>
            <a:ext cx="54864" cy="59436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325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9 Role-Based Portals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15727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</a:rPr>
              <a:t>Principal, HOD, Admin, Teacher, Lab Assistant, Student, Parent, Alumni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1965960"/>
            <a:ext cx="3931920" cy="5943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1965960"/>
            <a:ext cx="54864" cy="59436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011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AI-Powered Insights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22585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</a:rPr>
              <a:t>Student Growth Index, Career Readiness, Predictive Analytics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651760"/>
            <a:ext cx="3931920" cy="5943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" y="2651760"/>
            <a:ext cx="54864" cy="59436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26974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Complete Operations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29443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</a:rPr>
              <a:t>Academics, Fees, Attendance, Hostel, Transport, Library, Placements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337560"/>
            <a:ext cx="3931920" cy="5943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22" name="Shape 20"/>
          <p:cNvSpPr/>
          <p:nvPr/>
        </p:nvSpPr>
        <p:spPr>
          <a:xfrm>
            <a:off x="365760" y="3337560"/>
            <a:ext cx="54864" cy="59436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383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Multi-Tenant Architecture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36301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</a:rPr>
              <a:t>3 Demo Colleges with 900+ Students, Enterprise-Ready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4114800"/>
            <a:ext cx="1188720" cy="594360"/>
          </a:xfrm>
          <a:prstGeom prst="roundRect">
            <a:avLst>
              <a:gd name="adj" fmla="val 12308"/>
            </a:avLst>
          </a:prstGeom>
          <a:solidFill>
            <a:srgbClr val="17A2B8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13308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900+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7200" y="44348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F6F8"/>
                </a:solidFill>
              </a:rPr>
              <a:t>Students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783080" y="4114800"/>
            <a:ext cx="1188720" cy="594360"/>
          </a:xfrm>
          <a:prstGeom prst="roundRect">
            <a:avLst>
              <a:gd name="adj" fmla="val 12308"/>
            </a:avLst>
          </a:prstGeom>
          <a:solidFill>
            <a:srgbClr val="17A2B8"/>
          </a:solidFill>
          <a:ln/>
        </p:spPr>
      </p:sp>
      <p:sp>
        <p:nvSpPr>
          <p:cNvPr id="29" name="Text 27"/>
          <p:cNvSpPr/>
          <p:nvPr/>
        </p:nvSpPr>
        <p:spPr>
          <a:xfrm>
            <a:off x="1783080" y="413308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60+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783080" y="44348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F6F8"/>
                </a:solidFill>
              </a:rPr>
              <a:t>Pages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108960" y="4114800"/>
            <a:ext cx="1188720" cy="594360"/>
          </a:xfrm>
          <a:prstGeom prst="roundRect">
            <a:avLst>
              <a:gd name="adj" fmla="val 12308"/>
            </a:avLst>
          </a:prstGeom>
          <a:solidFill>
            <a:srgbClr val="17A2B8"/>
          </a:solidFill>
          <a:ln/>
        </p:spPr>
      </p:sp>
      <p:sp>
        <p:nvSpPr>
          <p:cNvPr id="32" name="Text 30"/>
          <p:cNvSpPr/>
          <p:nvPr/>
        </p:nvSpPr>
        <p:spPr>
          <a:xfrm>
            <a:off x="3108960" y="413308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₹50L+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108960" y="44348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F6F8"/>
                </a:solidFill>
              </a:rPr>
              <a:t>Fees Data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72000" y="914400"/>
            <a:ext cx="4297680" cy="379476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5" name="Shape 33"/>
          <p:cNvSpPr/>
          <p:nvPr/>
        </p:nvSpPr>
        <p:spPr>
          <a:xfrm>
            <a:off x="4572000" y="914400"/>
            <a:ext cx="4297680" cy="41148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36" name="Text 34"/>
          <p:cNvSpPr/>
          <p:nvPr/>
        </p:nvSpPr>
        <p:spPr>
          <a:xfrm>
            <a:off x="4663440" y="9875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TEST ACCOUNTS - Nexus Engineering College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63440" y="1399032"/>
            <a:ext cx="4114800" cy="237744"/>
          </a:xfrm>
          <a:prstGeom prst="rect">
            <a:avLst/>
          </a:prstGeom>
          <a:solidFill>
            <a:srgbClr val="3D566E"/>
          </a:solidFill>
          <a:ln/>
        </p:spPr>
      </p:sp>
      <p:sp>
        <p:nvSpPr>
          <p:cNvPr id="38" name="Text 36"/>
          <p:cNvSpPr/>
          <p:nvPr/>
        </p:nvSpPr>
        <p:spPr>
          <a:xfrm>
            <a:off x="4754880" y="141732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A2B8"/>
                </a:solidFill>
              </a:rPr>
              <a:t>Platform Owner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126480" y="141732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F0F1"/>
                </a:solidFill>
              </a:rPr>
              <a:t>admin@edunexus.io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54880" y="165506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A2B8"/>
                </a:solidFill>
              </a:rPr>
              <a:t>Principal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126480" y="165506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F0F1"/>
                </a:solidFill>
              </a:rPr>
              <a:t>principal@nexus-ec.edu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63440" y="1874520"/>
            <a:ext cx="4114800" cy="237744"/>
          </a:xfrm>
          <a:prstGeom prst="rect">
            <a:avLst/>
          </a:prstGeom>
          <a:solidFill>
            <a:srgbClr val="3D566E"/>
          </a:solidFill>
          <a:ln/>
        </p:spPr>
      </p:sp>
      <p:sp>
        <p:nvSpPr>
          <p:cNvPr id="43" name="Text 41"/>
          <p:cNvSpPr/>
          <p:nvPr/>
        </p:nvSpPr>
        <p:spPr>
          <a:xfrm>
            <a:off x="4754880" y="189280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A2B8"/>
                </a:solidFill>
              </a:rPr>
              <a:t>HOD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126480" y="189280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F0F1"/>
                </a:solidFill>
              </a:rPr>
              <a:t>hod.cse@nexus-ec.edu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54880" y="213055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A2B8"/>
                </a:solidFill>
              </a:rPr>
              <a:t>Admin Staff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126480" y="213055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F0F1"/>
                </a:solidFill>
              </a:rPr>
              <a:t>admin@nexus-ec.edu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63440" y="2350008"/>
            <a:ext cx="4114800" cy="237744"/>
          </a:xfrm>
          <a:prstGeom prst="rect">
            <a:avLst/>
          </a:prstGeom>
          <a:solidFill>
            <a:srgbClr val="3D566E"/>
          </a:solidFill>
          <a:ln/>
        </p:spPr>
      </p:sp>
      <p:sp>
        <p:nvSpPr>
          <p:cNvPr id="48" name="Text 46"/>
          <p:cNvSpPr/>
          <p:nvPr/>
        </p:nvSpPr>
        <p:spPr>
          <a:xfrm>
            <a:off x="4754880" y="236829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A2B8"/>
                </a:solidFill>
              </a:rPr>
              <a:t>Teacher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126480" y="236829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F0F1"/>
                </a:solidFill>
              </a:rPr>
              <a:t>teacher@nexus-ec.edu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754880" y="26060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A2B8"/>
                </a:solidFill>
              </a:rPr>
              <a:t>Lab Assistant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126480" y="260604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F0F1"/>
                </a:solidFill>
              </a:rPr>
              <a:t>lab@nexus-ec.edu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663440" y="2825496"/>
            <a:ext cx="4114800" cy="237744"/>
          </a:xfrm>
          <a:prstGeom prst="rect">
            <a:avLst/>
          </a:prstGeom>
          <a:solidFill>
            <a:srgbClr val="3D566E"/>
          </a:solidFill>
          <a:ln/>
        </p:spPr>
      </p:sp>
      <p:sp>
        <p:nvSpPr>
          <p:cNvPr id="53" name="Text 51"/>
          <p:cNvSpPr/>
          <p:nvPr/>
        </p:nvSpPr>
        <p:spPr>
          <a:xfrm>
            <a:off x="4754880" y="284378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A2B8"/>
                </a:solidFill>
              </a:rPr>
              <a:t>Student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126480" y="284378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F0F1"/>
                </a:solidFill>
              </a:rPr>
              <a:t>student@nexus-ec.edu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754880" y="308152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A2B8"/>
                </a:solidFill>
              </a:rPr>
              <a:t>Parent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126480" y="308152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F0F1"/>
                </a:solidFill>
              </a:rPr>
              <a:t>parent@nexus-ec.edu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663440" y="3300984"/>
            <a:ext cx="4114800" cy="237744"/>
          </a:xfrm>
          <a:prstGeom prst="rect">
            <a:avLst/>
          </a:prstGeom>
          <a:solidFill>
            <a:srgbClr val="3D566E"/>
          </a:solidFill>
          <a:ln/>
        </p:spPr>
      </p:sp>
      <p:sp>
        <p:nvSpPr>
          <p:cNvPr id="58" name="Text 56"/>
          <p:cNvSpPr/>
          <p:nvPr/>
        </p:nvSpPr>
        <p:spPr>
          <a:xfrm>
            <a:off x="4754880" y="331927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A2B8"/>
                </a:solidFill>
              </a:rPr>
              <a:t>Alumni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126480" y="331927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F0F1"/>
                </a:solidFill>
              </a:rPr>
              <a:t>alumni@nexus-ec.edu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663440" y="3657600"/>
            <a:ext cx="4114800" cy="411480"/>
          </a:xfrm>
          <a:prstGeom prst="roundRect">
            <a:avLst>
              <a:gd name="adj" fmla="val 13333"/>
            </a:avLst>
          </a:prstGeom>
          <a:solidFill>
            <a:srgbClr val="E74C3C"/>
          </a:solidFill>
          <a:ln/>
        </p:spPr>
      </p:sp>
      <p:sp>
        <p:nvSpPr>
          <p:cNvPr id="61" name="Text 59"/>
          <p:cNvSpPr/>
          <p:nvPr/>
        </p:nvSpPr>
        <p:spPr>
          <a:xfrm>
            <a:off x="4663440" y="3703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Password for ALL accounts:  Nexus@1104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663440" y="41605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C8D"/>
                </a:solidFill>
              </a:rPr>
              <a:t>Also available: quantum-it.edu &amp; careerfied.edu colleges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0" y="4709160"/>
            <a:ext cx="9144000" cy="41148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64" name="Text 62"/>
          <p:cNvSpPr/>
          <p:nvPr/>
        </p:nvSpPr>
        <p:spPr>
          <a:xfrm>
            <a:off x="0" y="47731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Powered by AWS  |  Next.js + NestJS + PostgreSQL  |  Enterprise-Ready SaaS Platform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EduNexus - Sales Pitch</dc:title>
  <dc:subject>AI-Powered College Management Platform</dc:subject>
  <dc:creator>EduNexus</dc:creator>
  <cp:lastModifiedBy>EduNexus</cp:lastModifiedBy>
  <cp:revision>1</cp:revision>
  <dcterms:created xsi:type="dcterms:W3CDTF">2026-01-14T19:47:03Z</dcterms:created>
  <dcterms:modified xsi:type="dcterms:W3CDTF">2026-01-14T19:47:03Z</dcterms:modified>
</cp:coreProperties>
</file>