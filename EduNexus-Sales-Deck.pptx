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EduNexus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A2B8"/>
                </a:solidFill>
              </a:rPr>
              <a:t>AI-Powered College Management Platform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C3C7"/>
                </a:solidFill>
              </a:rPr>
              <a:t>Transforming Higher Education with Intelligent Automation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7A2B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69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https://edu-nexus.co.in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Challenge in Higher Education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Fragmented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Multiple disconnected tools for academics, fees, attendance, and administration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Manual Processes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Time-consuming paperwork and repetitive administrative tasks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Limited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No real-time insights into student performance or institutional health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Student Disconnect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Poor communication between students, parents, faculty, and administration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EduNexus: The Complete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A2B8"/>
                </a:solidFill>
              </a:rPr>
              <a:t>One unified platform that connects every stakeholder in higher education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560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EduNexus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14630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34495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Students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34495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Faculty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2918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34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Parents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2918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34495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Admin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42062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34495E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Leadership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Highlights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48840" cy="2560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214884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 Role-Based Portals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Tailored dashboards for every stakeholder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148840" cy="2560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005840"/>
            <a:ext cx="2148840" cy="914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AI-Powered Analytics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10312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Predictive insights and recommendations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148840" cy="2560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05840"/>
            <a:ext cx="21488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Complete Operations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End-to-end institutional management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005840"/>
            <a:ext cx="2148840" cy="2560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005840"/>
            <a:ext cx="21488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Multi-Tenant 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10312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Scale across multiple institutions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58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900+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6F8"/>
                </a:solidFill>
              </a:rPr>
              <a:t>Demo Students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38404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7A2B8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858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60+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651760" y="4224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6F8"/>
                </a:solidFill>
              </a:rPr>
              <a:t>Feature Pages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8404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7A2B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858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₹50L+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46320" y="4224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6F8"/>
                </a:solidFill>
              </a:rPr>
              <a:t>Fees Tracked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38404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7A2B8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858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40880" y="4224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6F8"/>
                </a:solidFill>
              </a:rPr>
              <a:t>Demo Colleges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 Role-Based Portals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Platform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Multi-tenant management, global 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91440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Principal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Institution overview, strategic reports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91440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Department management, faculty oversight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10312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Admin Staff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Records, fees, announcements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10312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210312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Teacher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Classes, attendance, results, materials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210312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Lab Assistant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Lab scheduling, equipment, marks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29184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Student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Academics, fees, career, insights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329184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329184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Parent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Ward progress, fees, communication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291840"/>
            <a:ext cx="2743200" cy="10058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329184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2B8"/>
                </a:solidFill>
              </a:rPr>
              <a:t>Alumni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Events, jobs, mentorship, directory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AI-Powered Intelligence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Student Growth Index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Holistic performance scoring combining academics, attendance, activities, and behavior patterns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4924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Career Readiness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AI assessment of skill alignment with industry requirements and job market trends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At-Risk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Early warning system identifying students needing intervention before they fall behind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4924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Predictive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Forecast enrollment, revenue, and resource needs using historical patterns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Skill Gap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749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Identify curriculum gaps and recommend improvements based on placement outcomes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Smart Recommendations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749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Personalized suggestions for students, faculty, and administrators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Complete Operational Suite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Academics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Courses, subjects, timetables, curriculum management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Attendance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Digital tracking, reports, alerts for low attendance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78308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56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Examinations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Scheduling, marks entry, result processing, transcripts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78308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78308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856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Fee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Collection, dues tracking, receipts, payment 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65176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24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Library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Catalog, issue/return, fines, digital resources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65176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724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Hostel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Room allocation, mess, complaints, visitor management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52044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93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3886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Routes, vehicle tracking, fee collection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520440"/>
            <a:ext cx="4206240" cy="7772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52044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593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Placements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886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Company management, applications, offer tracking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 Technology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4206240" cy="73152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Next.js 14, React, TypeScript, Tailwind CSS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4206240" cy="73152"/>
          </a:xfrm>
          <a:prstGeom prst="rect">
            <a:avLst/>
          </a:prstGeom>
          <a:solidFill>
            <a:srgbClr val="E0234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234E"/>
                </a:solidFill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NestJS, Node.js, REST APIs, WebSockets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20624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103120"/>
            <a:ext cx="4206240" cy="73152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791"/>
                </a:solidFill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PostgreSQL, Prisma ORM, Redis Cache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20624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103120"/>
            <a:ext cx="4206240" cy="7315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76AB"/>
                </a:solidFill>
              </a:rPr>
              <a:t>AI/ML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Python, FastAPI, OpenAI, Vector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20624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291840"/>
            <a:ext cx="420624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</a:rPr>
              <a:t>Cloud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AWS (ECS, RDS, S3, CloudFront, ALB)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206240" cy="1005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291840"/>
            <a:ext cx="420624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Security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Clerk Auth, HTTPS, WAF, Role-based Access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Live Demo Access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"/>
            <a:ext cx="24688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201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https://edu-nexus.co.in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ACCOUNTS - Nexus Engineering College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53312"/>
            <a:ext cx="4114800" cy="32918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Platform Owner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371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admin@edunexus.io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17190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principal@nexus-ec.edu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48256"/>
            <a:ext cx="4114800" cy="32918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66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HOD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0665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hod.cse@nexus-ec.edu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4140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Admin Staff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414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admin@nexus-ec.edu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4114800" cy="32918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614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Teacher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7614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teacher@nexus-ec.edu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371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Lab Assistant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1371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lab@nexus-ec.edu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700784"/>
            <a:ext cx="4114800" cy="32918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Student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7190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student@nexus-ec.edu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2066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Parent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20665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parent@nexus-ec.edu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395728"/>
            <a:ext cx="4114800" cy="32918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140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Alumni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2414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</a:rPr>
              <a:t>alumni@nexus-ec.edu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246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Password for ALL accounts:  Nexus@1104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Additional Demo Colleges: quantum-it.edu  |  careerfied.edu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</a:rPr>
              <a:t>Scan QR or visit: https://edu-nexus.co.in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Choose EduNexus?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Unified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Replace 5-10 separate systems with one integrated solution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AI-First 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Built-in intelligence, not bolted-on afterthought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Modern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Cloud-native, scalable, secure, and always up-to-date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Role-Optimized UX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Each user sees exactly what they need, nothing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Rapid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Go live in weeks, not months or years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206240" cy="10515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Indian Context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Built for Indian higher education regulations and workflows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Flexible Engagement Models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651760" cy="2926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1737360"/>
            <a:ext cx="2103120" cy="1828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Single institution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Up to 1,000 students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Core modules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Email support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2651760" cy="29260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Professional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73736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920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Single institution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Unlimited students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modules +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Priority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651760" cy="2926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Enterprise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75120" y="1737360"/>
            <a:ext cx="2103120" cy="1828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Multi-institution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Custom integrations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Dedicated success 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</a:rPr>
              <a:t>24/7 support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</a:rPr>
              <a:t>Custom pricing based on institution size and requirements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Product of Quantumlayer Platform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Ready to Transform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A2B8"/>
                </a:solidFill>
              </a:rPr>
              <a:t>Your Institution?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37160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</a:rPr>
              <a:t>Schedule a personalized demo to see how EduNexus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</a:rPr>
              <a:t>can address your specific institutional needs.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7A2B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https://edu-nexus.co.in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297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</a:rPr>
              <a:t>A Product 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A2B8"/>
                </a:solidFill>
              </a:rPr>
              <a:t>Quantumlayer Platform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EduNexus - AI-Powered College Management Platform</dc:title>
  <dc:subject>Sales Deck</dc:subject>
  <dc:creator>Quantumlayer</dc:creator>
  <cp:lastModifiedBy>Quantumlayer</cp:lastModifiedBy>
  <cp:revision>1</cp:revision>
  <dcterms:created xsi:type="dcterms:W3CDTF">2026-01-14T20:01:01Z</dcterms:created>
  <dcterms:modified xsi:type="dcterms:W3CDTF">2026-01-14T20:01:01Z</dcterms:modified>
</cp:coreProperties>
</file>