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E3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Company Match</c:v>
                  </c:pt>
                  <c:pt idx="1">
                    <c:v>Fee Prediction</c:v>
                  </c:pt>
                  <c:pt idx="2">
                    <c:v>Score Prediction</c:v>
                  </c:pt>
                  <c:pt idx="3">
                    <c:v>Placement</c:v>
                  </c:pt>
                  <c:pt idx="4">
                    <c:v>Dropout Risk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88</c:v>
                </c:pt>
                <c:pt idx="2">
                  <c:v>85</c:v>
                </c:pt>
                <c:pt idx="3">
                  <c:v>80</c:v>
                </c:pt>
                <c:pt idx="4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Manual Hours</c:v>
                  </c:pt>
                  <c:pt idx="1">
                    <c:v>Dropout %</c:v>
                  </c:pt>
                  <c:pt idx="2">
                    <c:v>Placement %</c:v>
                  </c:pt>
                  <c:pt idx="3">
                    <c:v>Fee Collection 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</c:v>
                </c:pt>
                <c:pt idx="1">
                  <c:v>12</c:v>
                </c:pt>
                <c:pt idx="2">
                  <c:v>65</c:v>
                </c:pt>
                <c:pt idx="3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Manual Hours</c:v>
                  </c:pt>
                  <c:pt idx="1">
                    <c:v>Dropout %</c:v>
                  </c:pt>
                  <c:pt idx="2">
                    <c:v>Placement %</c:v>
                  </c:pt>
                  <c:pt idx="3">
                    <c:v>Fee Collection 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7</c:v>
                </c:pt>
                <c:pt idx="2">
                  <c:v>89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At-Risk Detection Rate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Week 2</c:v>
                  </c:pt>
                  <c:pt idx="1">
                    <c:v>Week 6</c:v>
                  </c:pt>
                  <c:pt idx="2">
                    <c:v>Week 10</c:v>
                  </c:pt>
                  <c:pt idx="3">
                    <c:v>Week 14</c:v>
                  </c:pt>
                  <c:pt idx="4">
                    <c:v>Week 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15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EduNexus AI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Week 2</c:v>
                  </c:pt>
                  <c:pt idx="1">
                    <c:v>Week 6</c:v>
                  </c:pt>
                  <c:pt idx="2">
                    <c:v>Week 10</c:v>
                  </c:pt>
                  <c:pt idx="3">
                    <c:v>Week 14</c:v>
                  </c:pt>
                  <c:pt idx="4">
                    <c:v>Week 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75</c:v>
                </c:pt>
                <c:pt idx="2">
                  <c:v>90</c:v>
                </c:pt>
                <c:pt idx="3">
                  <c:v>98</c:v>
                </c:pt>
                <c:pt idx="4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purple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College Management Platform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31089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31089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1089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www.edu-nexus.co.in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colleges face critical operational challenges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141hrs/month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Admin 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371600"/>
            <a:ext cx="91440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34640"/>
            <a:ext cx="91440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Disconnected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834640"/>
            <a:ext cx="91440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Dropout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5E35B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AI-Powered Automation &amp;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purple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Solution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transformation.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64592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993392"/>
            <a:ext cx="26517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Prediction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Placement Forecast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 Risk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16459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64592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993392"/>
            <a:ext cx="265176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4904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 Collection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49040" y="2788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4904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09360" y="16459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309360" y="164592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6B6D4"/>
          </a:solidFill>
          <a:ln/>
        </p:spPr>
      </p:sp>
      <p:sp>
        <p:nvSpPr>
          <p:cNvPr id="21" name="Shape 18"/>
          <p:cNvSpPr/>
          <p:nvPr/>
        </p:nvSpPr>
        <p:spPr>
          <a:xfrm>
            <a:off x="6309360" y="1993392"/>
            <a:ext cx="265176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Parent Portal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2788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App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8368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Dashboard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11 AI/ML Engines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AI infrastructure built for education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• XGBoost • Random Forest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• Pattern Recognition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0175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• Claude • Content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40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Rekognition • Face Recognition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Mumbai (ap-south-1) • Enterprise Encryption • Real-time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AI Engines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AI for education outcomes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Predictor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1887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737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783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Detector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737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783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118872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Matcher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783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331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Predictor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2880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2331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31" name="Shape 29"/>
          <p:cNvSpPr/>
          <p:nvPr/>
        </p:nvSpPr>
        <p:spPr>
          <a:xfrm>
            <a:off x="2606040" y="2331720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Generator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2880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331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2331720"/>
            <a:ext cx="2011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Builder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2880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03720" y="2331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41" name="Shape 39"/>
          <p:cNvSpPr/>
          <p:nvPr/>
        </p:nvSpPr>
        <p:spPr>
          <a:xfrm>
            <a:off x="6903720" y="2331720"/>
            <a:ext cx="20116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Planner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2880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474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34747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Analyzer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" y="4023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4069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06040" y="3474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51" name="Shape 49"/>
          <p:cNvSpPr/>
          <p:nvPr/>
        </p:nvSpPr>
        <p:spPr>
          <a:xfrm>
            <a:off x="2606040" y="347472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0" y="4023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0" y="4069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474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74151"/>
          </a:solidFill>
          <a:ln/>
        </p:spPr>
      </p:sp>
      <p:sp>
        <p:nvSpPr>
          <p:cNvPr id="56" name="Shape 54"/>
          <p:cNvSpPr/>
          <p:nvPr/>
        </p:nvSpPr>
        <p:spPr>
          <a:xfrm>
            <a:off x="4754880" y="34747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92040" y="40233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4892040" y="4069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trained on 100K+ student records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417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Works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1920240"/>
            <a:ext cx="27432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95681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359152"/>
            <a:ext cx="27432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3957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Signals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2798064"/>
            <a:ext cx="27432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8346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236976"/>
            <a:ext cx="27432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3273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3255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Scores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3675888"/>
            <a:ext cx="27432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3712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Actions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Every Role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AI intelligence for each stakeholder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697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075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dashboards, trend forecasting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075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alerts, department benchmarks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234440"/>
            <a:ext cx="2697480" cy="4114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3075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fee reminders, smart scheduling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26080"/>
            <a:ext cx="26974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99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paper generation, score predictions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2926080"/>
            <a:ext cx="2697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999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AI, resume builder, study planner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37415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926080"/>
            <a:ext cx="269748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999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alerts, real-time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Deep Dive: Score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 accuracy in predicting exam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Past Scores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237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 Activity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331720"/>
            <a:ext cx="457200" cy="32004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28016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520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records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331720"/>
            <a:ext cx="457200" cy="32004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128016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Score Range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176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Confidence 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5237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Weak Topics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871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Study Tips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2186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Alerts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Teachers intervene 2 weeks before exams → 15% fewer failures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transformation across all metrics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1389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0" y="1426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19202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Dropouts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2560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2670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66560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32004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3310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66560" y="3346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Impact: 18,000+ staff hours saved • ₹48L+ additional revenue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Early Warning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at-risk students 8 weeks earlier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417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 Weeks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66928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Detection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51460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Signals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2880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 drops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Grade decline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Assignment delays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40% reduction in dropouts through early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Automation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workflows that run 24/7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Student misses 3 classes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Auto-alerts parent, teacher, counselor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430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Fee due in 5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Sends reminders via SMS/WhatsApp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Exam in 2 weeks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Generates practice papers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0574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Campus drive announced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Shortlists &amp; notifies students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81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Semester ends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Auto-generates transcripts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37415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97180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81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New student joins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Creates personalized learning path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automated workflows • 24/7 operation • Zero manual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EduNexus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Education-first AI, not generic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4173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Education-Trained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built on education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India-First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AICTE, university systems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in India (Mumbai)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288036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get smarter monthly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6974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28803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5661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has reasons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374151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288036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5661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749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recommends, humans decide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5E35B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educators + AI engineers who understand both domains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purple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College with AI?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50+ colleges already using EduNexus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88720" y="22860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 free demo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22860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Pilot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days, 100 students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2860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0" y="3566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sales@edunexus.in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86000" y="3977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www.edu-nexus.co.in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Quantumlayer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AI-First College Management Platform</dc:title>
  <dc:subject>PptxGenJS Presentation</dc:subject>
  <dc:creator>EduNexus by Quantumlayer</dc:creator>
  <cp:lastModifiedBy>EduNexus by Quantumlayer</cp:lastModifiedBy>
  <cp:revision>1</cp:revision>
  <dcterms:created xsi:type="dcterms:W3CDTF">2026-01-22T02:29:40Z</dcterms:created>
  <dcterms:modified xsi:type="dcterms:W3CDTF">2026-01-22T02:29:40Z</dcterms:modified>
</cp:coreProperties>
</file>