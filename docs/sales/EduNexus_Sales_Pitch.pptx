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EduNexus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College Management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Admission to Placement - One Intelligent Platform"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93192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Modules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393192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Portals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393192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931920"/>
            <a:ext cx="182880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Weeks Go-Live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- ROI &amp; Key Differentiators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The Problem We Solve - Pain Points by Persona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Our Solution - EduNexus Platform Overview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Persona-Wise Features &amp; Benefits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Quality &amp; Reliability Assurance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AI-Powered Capabilities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ROI &amp; Time Savings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892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Implementation &amp; Pricing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Complete Transformation.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EduNexus is an AI-First College Management Platform designed specifically for Indian Engineering Colleges. We unify all college operations - from admission to placement - in one intelligent system.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3931920" cy="201168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Traditional ERP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EduNexus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Generic modules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Student-centric design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Reactive reporting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Predictive AI insights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Desktop-only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Mobile-first PWA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6+ months implementation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 weeks to go live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Hidden costs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Rs 500/student/year - all inclusive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ROI Snapshot</a:t>
            </a:r>
            <a:endParaRPr lang="en-US" sz="16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834640"/>
          <a:ext cx="4114800" cy="17373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Fee Collection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+20%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Staff Time Saved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40+ hrs/month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Placement Rate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+15-20%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Report Generation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10x faster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Parent Satisfaction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+60%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 Across the College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83464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Persona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Pain Point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Principal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Fragmented systems, no unified view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Cannot make data-driven decisions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real-time analytics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At-risk students identified too 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Admin Staff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Manual processes, paperwork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40+ hours/month wasted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Teacher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Time on attendance &amp; 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Less time for teaching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Student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career guidance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Lower placement rates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Disconnected from progress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Complaints, dissatisfaction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Staff: Drowning in Paperwork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 hours/month spent on repetitive tasks!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56032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Monthly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Fee collection &amp; receipts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hrs/day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Daily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Attendance compilation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hr/day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Daily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Report generation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Parent phone calls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hrs/day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Daily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Certificate processing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 min each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50/month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</a:rPr>
                        <a:t>141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almost one full-time employee's month spent on repetitive tasks!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EduNexus Platform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Specialized Portals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Principal, HOD, Admin, Teacher, Lab Assistant, Student, Parent, Alumni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20+ Integrated Modules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Academic, Financial, Operations, Career, AI/ML, Communication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Engine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Score Prediction, Placement Prediction, Chatbot, Content Generation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Technology Stack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Next.js, NestJS, PostgreSQL, Redis, Python ML, AWS Mumbai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EduNexus Different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Student-Centric Design - Built for engineering colleges, not adapted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AI-First Architecture - Score Prediction, Placement Prediction, Smart Alerts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Mobile-First Approach - Works seamlessly on any device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Multi-Tenant Security - Complete data isolation per college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937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Rapid Deployment - 6 weeks to go live, not 6 months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Persona-Wise Features &amp; Time Savings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  <a:gridCol w="1371600"/>
                <a:gridCol w="137160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Features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 Saved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Value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Principal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Dashboard, Analytics, AICTE Reports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10-15 hrs/mo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Strategic focus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Faculty Mgmt, Student Analytics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15-20 hrs/mo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Better outcomes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Admin Staff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Fee Collection, Online Payments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40-60 hrs/mo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Less paperwork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Teacher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Quick Attendance, Gradebook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10-15 hrs/mo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More teaching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Lab Assistant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Lab Attendance, Equipment Tracker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8-10 hrs/mo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Better tracking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Student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AI Dashboard, Career Hub, Chatbot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5-10 hrs/mo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Self-service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Parent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Progress Tracking, Fee Payment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hrs/mo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Peace of mind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Staff: Biggest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hours saved per month!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56032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After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Saved/Month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Fee collection &amp; receipts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Attendance compilation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hr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Report generation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Parent communication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40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Certificate processing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141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21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120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Reliability Assurance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Testing Verification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3931920" cy="22860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 Personas Tested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 (7 roles x 3 colleges)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 Scenarios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100+ automated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404 Errors Found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Access Denied Errors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Tenant Isolation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Verified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Overall 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Security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45920"/>
          <a:ext cx="41148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Dashboard Load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3 seconds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API Response (p95)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200ms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Uptime SLA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99.9%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Encryption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AES-256 + TLS 1.3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 Location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AWS Mumbai (India)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Compliance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AICTE Ready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Capabilities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Intelligence That Sets Us Apart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1554480"/>
              </a:tblGrid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 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Score Prediction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Predicts exam scores based on attendance, past performance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85%+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Placement Prediction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Predicts placement probability and salary band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80%+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Weak Topic 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topics where student struggles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Personalized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AI Chatbot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24/7 query resolution in English/Hindi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Instant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Content Generation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Sample papers, mock tests, study plans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AI-powered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Resume Builder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ATS-optimized resumes with AI suggestions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Professional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ERPs give you reports. EduNexus gives you predictions and recommendations.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&amp; Time Savings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Per-Persona Time Savings (5,000 Students)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389120" cy="201168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97280"/>
                <a:gridCol w="109728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Persona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Principal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10-15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144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Strategic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HOD (5)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75-100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1,050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3.5L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Admin (15)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600-900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9,000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20L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Teachers (50)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500-750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7,500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15L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1,265+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18,774 hrs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Rs 40L+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 (5,000 Students)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45920"/>
          <a:ext cx="3657600" cy="201168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Benefit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Fee Collection (+5%)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3.75 Cr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Staff Productivity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20.1 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Placement 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45 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Compliance Savings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3 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TOTAL RETURNS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Rs 4.44 Cr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E40AF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Rs 25L  |  Returns: Rs 4.44 Cr  |  ROI: 1,677%  |  Payback: &lt; 1 month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6 Weeks to Transform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5669280"/>
              </a:tblGrid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Deliverables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Setup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 1-2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Server provisioning, branding, configuration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Migration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 2-3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Student, staff, fee, attendance data import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Training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 3-4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Role-wise training sessions (recorded)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 4-5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Limited rollout with feedback collection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Launch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Week 5-6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deployment with go-live support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Ongoing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Continuous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24/7 support, monthly updates, optimization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Commitments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15 min response, 4 hr resolution  |  High: 1 hr response, 8 hr resolution  |  Medium: 4 hr response, 24 hr resolution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Transparent Pricing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0" y="137160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3716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500 / Student / Year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INCLUDED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Included: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20+ Modules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8 Portals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AI/ML Features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Mobile Apps (PWA)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Email/SMS 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24/7 Support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Training &amp; Onboarding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Regular Updates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Discounts: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017520"/>
          <a:ext cx="3931920" cy="155448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Students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1-5,000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25L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5K-15K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450 (10% off)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45L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15K-30K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400 (20% off)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Rs 80L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30K+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Contact 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EduNexus in action with your college data (60 min, Free)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30-day pilot with 100 students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Rollout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in 6 weeks with complete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http://15.206.243.177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Password: Nexus@1104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931920"/>
            <a:ext cx="4114800" cy="73152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sales@edunexus.in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www.edunexus.in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Choose EduNexus?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Student-Centric - Built for engineering colleges, not adapted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AI-First - Predictions and recommendations, not just reports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Mobile-First - Works on any device, anywhere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All-Inclusive - One price, all features, no surprises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India-Built - Data stays in India, AICTE compliant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Rapid Deployment - Live in 6 weeks, not 6 months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Proven ROI - 1,000%+ return on investment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Students' Success is Our Mission"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EduNexus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EduNexus - AI-First College Management Platform</dc:title>
  <dc:subject>Sales Pitch for Engineering Colleges</dc:subject>
  <dc:creator>EduNexus</dc:creator>
  <cp:lastModifiedBy>EduNexus</cp:lastModifiedBy>
  <cp:revision>1</cp:revision>
  <dcterms:created xsi:type="dcterms:W3CDTF">2026-01-09T17:57:59Z</dcterms:created>
  <dcterms:modified xsi:type="dcterms:W3CDTF">2026-01-09T17:57:59Z</dcterms:modified>
</cp:coreProperties>
</file>