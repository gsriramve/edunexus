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EduNexus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AI-First College Management Platform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"From Admission to Placement - One Intelligent Platform"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1828800" cy="548640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9319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Modules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68880" y="3931920"/>
            <a:ext cx="1828800" cy="548640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468880" y="39319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Portals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3931920"/>
            <a:ext cx="1828800" cy="548640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39319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3931920"/>
            <a:ext cx="1828800" cy="548640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39319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Weeks Go-Live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 - ROI &amp; Key Differentiators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Problem We Solve - Pain Points by Persona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Our Solution - EduNexus Platform Overview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Persona-Wise Features &amp; Benefits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&amp; Reliability Assurance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886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AI-Powered Capabilities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ROI &amp; Time Savings Analysis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4892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Implementation &amp; Pricing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 Complete Transformation.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EduNexus is an AI-First College Management Platform designed specifically for Indian Engineering Colleges. We unify all college operations - from admission to placement - in one intelligent system.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3931920" cy="201168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</a:tblGrid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Traditional ERP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EduNexus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Generic modules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Student-centric design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Reactive reporting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Predictive AI insights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Desktop-only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Mobile-first PWA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6+ months implementation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 weeks to go live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Hidden costs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Rs 500/student/year - all inclusive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0" y="2468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ROI Snapshot</a:t>
            </a:r>
            <a:endParaRPr lang="en-US" sz="16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834640"/>
          <a:ext cx="41148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Impact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Fee Collection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+20%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Staff Time Saved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40+ hrs/month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Placement Rate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+15-20%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Report Generation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10x faster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Parent Satisfaction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+60%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We Solve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Points Across the College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283464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657600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Persona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Pain Point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Impact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Principal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Fragmented systems, no unified view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Cannot make data-driven decisions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HOD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No real-time analytics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At-risk students identified too late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Admin Staff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Manual processes, paperwork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40+ hours/month wasted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Teacher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Time on attendance &amp; marks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Less time for teaching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Student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No career guidance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Lower placement rates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Parent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Disconnected from progress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Complaints, dissatisfaction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Staff: Drowning in Paperwork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 hours/month spent on repetitive tasks!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256032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3716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Current Time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Frequency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Monthly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Fee collection &amp; receipts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 hrs/day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Daily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Attendance compilation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 hr/day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Daily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Report generation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Weekly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16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Parent phone calls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 hrs/day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Daily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Certificate processing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30 min each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50/month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25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</a:rPr>
                        <a:t>141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almost one full-time employee's month spent on repetitive tasks!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Solution: EduNexus Platform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Layer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Components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 Specialized Portals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Principal, HOD, Admin, Teacher, Lab Assistant, Student, Parent, Alumni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20+ Integrated Modules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Academic, Financial, Operations, Career, AI/ML, Communication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AI Engine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Score Prediction, Placement Prediction, Chatbot, Content Generation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Technology Stack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Next.js, NestJS, PostgreSQL, Redis, Python ML, AWS Mumbai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EduNexus Different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36576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Student-Centric Design - Built for engineering colleges, not adapted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AI-First Architecture - Score Prediction, Placement Prediction, Smart Alerts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Mobile-First Approach - Works seamlessly on any device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4617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Multi-Tenant Security - Complete data isolation per college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9377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Rapid Deployment - 6 weeks to go live, not 6 months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Persona-Wise Features &amp; Time Savings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71600"/>
          <a:ext cx="859536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3017520"/>
                <a:gridCol w="1371600"/>
                <a:gridCol w="1371600"/>
              </a:tblGrid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Key Features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Time Saved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Key Value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Principal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Dashboard, Analytics, AICTE Reports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10-15 hrs/mo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Strategic focus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HOD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Faculty Mgmt, Student Analytics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15-20 hrs/mo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Better outcomes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Admin Staff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Fee Collection, Online Payments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40-60 hrs/mo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Less paperwork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Teacher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Quick Attendance, Gradebook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10-15 hrs/mo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More teaching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Lab Assistant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Lab Attendance, Equipment Tracker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8-10 hrs/mo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Better tracking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Student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AI Dashboard, Career Hub, Chatbot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5-10 hrs/mo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Self-service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Parent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Progress Tracking, Fee Payment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 hrs/mo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Peace of mind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0" y="182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college overview at a glance</a:t>
            </a:r>
            <a:endParaRPr lang="en-US" sz="1200" dirty="0"/>
          </a:p>
        </p:txBody>
      </p:sp>
      <p:pic>
        <p:nvPicPr>
          <p:cNvPr id="5" name="Image 0" descr="/Users/sriramvenkatg/edunexus/e2e-tests/screenshots/principal_nexus-ec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Departments • Students • Staff • Fees • Analytics • Reports - All in one view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182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Department-level management &amp; analytics</a:t>
            </a:r>
            <a:endParaRPr lang="en-US" sz="1200" dirty="0"/>
          </a:p>
        </p:txBody>
      </p:sp>
      <p:pic>
        <p:nvPicPr>
          <p:cNvPr id="5" name="Image 0" descr="/Users/sriramvenkatg/edunexus/e2e-tests/screenshots/hod_nexus-ec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Management • Student Performance • Curriculum • Batch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Staff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182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Streamlined operations &amp; automation</a:t>
            </a:r>
            <a:endParaRPr lang="en-US" sz="1200" dirty="0"/>
          </a:p>
        </p:txBody>
      </p:sp>
      <p:pic>
        <p:nvPicPr>
          <p:cNvPr id="5" name="Image 0" descr="/Users/sriramvenkatg/edunexus/e2e-tests/screenshots/admin_nexus-ec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Admissions • Fee Collection • Documents • Library • Transport - 120+ hours saved monthly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182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teaching, not paperwork</a:t>
            </a:r>
            <a:endParaRPr lang="en-US" sz="1200" dirty="0"/>
          </a:p>
        </p:txBody>
      </p:sp>
      <p:pic>
        <p:nvPicPr>
          <p:cNvPr id="5" name="Image 0" descr="/Users/sriramvenkatg/edunexus/e2e-tests/screenshots/teacher_nexus-ec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Attendance • Gradebook • Assignments • Class Analytics - 10-15 hours saved monthly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182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portal with AI insights</a:t>
            </a:r>
            <a:endParaRPr lang="en-US" sz="1200" dirty="0"/>
          </a:p>
        </p:txBody>
      </p:sp>
      <p:pic>
        <p:nvPicPr>
          <p:cNvPr id="5" name="Image 0" descr="/Users/sriramvenkatg/edunexus/e2e-tests/screenshots/student_nexus-ec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Score Prediction • Career Hub • Placement Prep • 24/7 Chatbot Support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0" y="182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connected with child's progress</a:t>
            </a:r>
            <a:endParaRPr lang="en-US" sz="1200" dirty="0"/>
          </a:p>
        </p:txBody>
      </p:sp>
      <p:pic>
        <p:nvPicPr>
          <p:cNvPr id="5" name="Image 0" descr="/Users/sriramvenkatg/edunexus/e2e-tests/screenshots/parent_nexus-ec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Tracking • Fee Payments • Academic Progress • Direct Communication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Staff: Biggest Impact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hours saved per month!</a:t>
            </a:r>
            <a:endParaRPr lang="en-US" sz="1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2560320"/>
        </p:xfrm>
        <a:graphic>
          <a:graphicData uri="http://schemas.openxmlformats.org/drawingml/2006/table">
            <a:tbl>
              <a:tblPr/>
              <a:tblGrid>
                <a:gridCol w="3200400"/>
                <a:gridCol w="1645920"/>
                <a:gridCol w="164592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Before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After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Saved/Month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Fee collection &amp; receipts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35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Attendance compilation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 hr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19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Report generation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16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14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Parent communication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32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Certificate processing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25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141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21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</a:rPr>
                        <a:t>120 hrs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Reliability Assurance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Testing Verification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3931920" cy="22860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</a:tblGrid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Total Personas Tested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21 (7 roles x 3 colleges)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 Scenarios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100+ automated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404 Errors Found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Access Denied Errors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Tenant Isolation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Verified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Overall Status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PASS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0" y="1280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&amp; Security</a:t>
            </a:r>
            <a:endParaRPr lang="en-US" sz="16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45920"/>
          <a:ext cx="4114800" cy="22860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</a:tblGrid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Aspect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Dashboard Load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&lt; 3 seconds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API Response (p95)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&lt; 200ms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Uptime SLA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99.9%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Encryption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AES-256 + TLS 1.3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Data Location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AWS Mumbai (India)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Compliance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AICTE Ready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Capabilities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That Sets Us Apart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228600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1554480"/>
              </a:tblGrid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AI Feature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Score Prediction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Predicts exam scores based on attendance, past performance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85%+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Placement Prediction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Predicts placement probability and salary band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80%+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Weak Topic ID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Identifies topics where student struggles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Personalized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AI Chatbot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24/7 query resolution in English/Hindi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Instant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Content Generation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Sample papers, mock tests, study plans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AI-powered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Resume Builder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ATS-optimized resumes with AI suggestions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Professional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ERPs give you reports. EduNexus gives you predictions and recommendations.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&amp; Time Savings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Per-Persona Time Savings (5,000 Students)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4389120" cy="2011680"/>
        </p:xfrm>
        <a:graphic>
          <a:graphicData uri="http://schemas.openxmlformats.org/drawingml/2006/table">
            <a:tbl>
              <a:tblPr/>
              <a:tblGrid>
                <a:gridCol w="1188720"/>
                <a:gridCol w="1005840"/>
                <a:gridCol w="1097280"/>
                <a:gridCol w="1097280"/>
              </a:tblGrid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Persona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Monthly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Annual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Principal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10-15 hrs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 hrs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Strategic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HOD (5)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75-100 hrs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1,050 hrs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3.5L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Admin (15)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600-900 hrs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9,000 hrs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20L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Teachers (50)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500-750 hrs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7,500 hrs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15L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1,265+ hrs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18,774 hrs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Rs 40L+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Impact (5,000 Students)</a:t>
            </a:r>
            <a:endParaRPr lang="en-US" sz="14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645920"/>
          <a:ext cx="3657600" cy="201168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</a:tblGrid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Benefit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Annual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Fee Collection (+5%)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3.75 Cr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Staff Productivity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20.1 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Placement Value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45 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Compliance Savings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3 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TOTAL RETURNS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Rs 4.44 Cr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E40AF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Rs 25L  |  Returns: Rs 4.44 Cr  |  ROI: 1,677%  |  Payback: &lt; 1 month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Implementation: 6 Weeks to Transform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5669280"/>
              </a:tblGrid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Duration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Deliverables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Setup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Week 1-2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Server provisioning, branding, configuration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Migration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Week 2-3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Student, staff, fee, attendance data import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Training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Week 3-4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Role-wise training sessions (recorded)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Week 4-5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Limited rollout with feedback collection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Week 5-6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Full deployment with go-live support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Ongoing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Continuous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24/7 support, monthly updates, optimization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Commitments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Critical: 15 min response, 4 hr resolution  |  High: 1 hr response, 8 hr resolution  |  Medium: 4 hr response, 24 hr resolution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Transparent Pricing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286000" y="1371600"/>
            <a:ext cx="4572000" cy="1097280"/>
          </a:xfrm>
          <a:prstGeom prst="roundRect">
            <a:avLst>
              <a:gd name="adj" fmla="val 8333"/>
            </a:avLst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2286000" y="13716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 500 / Student / Year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INCLUDED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Included: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All 20+ Modules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All 8 Portals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AI/ML Features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9776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Mobile Apps (PWA)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60320" y="30175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Email/SMS Integration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60320" y="33375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24/7 Support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0320" y="3657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Training &amp; Onboarding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9776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Regular Updates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26517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Discounts: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017520"/>
          <a:ext cx="3931920" cy="155448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Students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Annual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1-5,000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25L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5K-15K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450 (10% off)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45L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15K-30K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400 (20% off)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Rs 80L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30K+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Custom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Contact 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1371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Demo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691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EduNexus in action with your college data (60 min, Free)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88720" y="2377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Program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6974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30-day pilot with 100 students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3383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Rollout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7033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live in 6 weeks with complete support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93192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http://15.206.243.177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Password: Nexus@1104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931920"/>
            <a:ext cx="4114800" cy="731520"/>
          </a:xfrm>
          <a:prstGeom prst="roundRect">
            <a:avLst>
              <a:gd name="adj" fmla="val 12500"/>
            </a:avLst>
          </a:prstGeom>
          <a:solidFill>
            <a:srgbClr val="1E40AF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sales@edunexus.in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www.edunexus.in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Choose EduNexus?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Student-Centric - Built for engineering colleges, not adapted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AI-First - Predictions and recommendations, not just reports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Mobile-First - Works on any device, anywhere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All-Inclusive - One price, all features, no surprises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India-Built - Data stays in India, AICTE compliant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Rapid Deployment - Live in 6 weeks, not 6 months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Proven ROI - 1,000%+ return on investment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Students' Success is Our Mission"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EduNexus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EduNexus - AI-First College Management Platform</dc:title>
  <dc:subject>Sales Pitch for Engineering Colleges</dc:subject>
  <dc:creator>EduNexus</dc:creator>
  <cp:lastModifiedBy>EduNexus</cp:lastModifiedBy>
  <cp:revision>1</cp:revision>
  <dcterms:created xsi:type="dcterms:W3CDTF">2026-01-09T18:02:44Z</dcterms:created>
  <dcterms:modified xsi:type="dcterms:W3CDTF">2026-01-09T18:02:44Z</dcterms:modified>
</cp:coreProperties>
</file>