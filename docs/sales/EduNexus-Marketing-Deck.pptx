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hero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QUANTUMLAYER PLATFORM PRESENTS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EduNexus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College Management Platform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931920" y="3017520"/>
            <a:ext cx="12801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Admission to Placement - One Intelligent Platform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www.edu-nexus.co.in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Colleges Are Struggling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3D1515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 hrs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time wasted monthly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3D1515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placement rate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13716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3D1515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217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feel disconnected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3D1515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4864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systems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2743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3D1515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9184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338328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AICTE reports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26480" y="27432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3D1515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Late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21792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student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4" name="Text 1"/>
          <p:cNvSpPr/>
          <p:nvPr/>
        </p:nvSpPr>
        <p:spPr>
          <a:xfrm>
            <a:off x="27432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PAIN POINT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7432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can't see what's happening across my college"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0480" y="731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84048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Hours collecting reports from departments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Decisions on outdated/incomplete data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Problems discovered when they become crises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predictive visibility into trends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4048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AICTE compliance takes weeks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40480" y="3657600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3749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Strategic blind spots, reactive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5E35B1"/>
          </a:solidFill>
          <a:ln/>
        </p:spPr>
      </p:sp>
      <p:sp>
        <p:nvSpPr>
          <p:cNvPr id="4" name="Text 1"/>
          <p:cNvSpPr/>
          <p:nvPr/>
        </p:nvSpPr>
        <p:spPr>
          <a:xfrm>
            <a:off x="27432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PAIN POINT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Department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"At-risk students are identified too late"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0480" y="731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Reality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840480" y="1280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real-time department analytics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Faculty workload is guesswork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Struggling students spotted at semester 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840480" y="2514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Manual compilation of reports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84048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curriculum coverage tracking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840480" y="3657600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0" y="3749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Lower pass rates, higher dropouts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1"/>
          <p:cNvSpPr/>
          <p:nvPr/>
        </p:nvSpPr>
        <p:spPr>
          <a:xfrm>
            <a:off x="27432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PAIN POINT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7432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Staff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74320" y="2286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"We're drowning in paperwork"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40480" y="731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Wasted Monthly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840480" y="1280160"/>
            <a:ext cx="484632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/>
        </p:spPr>
      </p:sp>
      <p:sp>
        <p:nvSpPr>
          <p:cNvPr id="9" name="Text 6"/>
          <p:cNvSpPr/>
          <p:nvPr/>
        </p:nvSpPr>
        <p:spPr>
          <a:xfrm>
            <a:off x="397764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 &amp; receipts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840480" y="1737360"/>
            <a:ext cx="484632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/>
        </p:spPr>
      </p:sp>
      <p:sp>
        <p:nvSpPr>
          <p:cNvPr id="12" name="Text 9"/>
          <p:cNvSpPr/>
          <p:nvPr/>
        </p:nvSpPr>
        <p:spPr>
          <a:xfrm>
            <a:off x="39776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phone calls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40480" y="2194560"/>
            <a:ext cx="484632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/>
        </p:spPr>
      </p:sp>
      <p:sp>
        <p:nvSpPr>
          <p:cNvPr id="15" name="Text 12"/>
          <p:cNvSpPr/>
          <p:nvPr/>
        </p:nvSpPr>
        <p:spPr>
          <a:xfrm>
            <a:off x="3977640" y="2240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processing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hrs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840480" y="2651760"/>
            <a:ext cx="484632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/>
        </p:spPr>
      </p:sp>
      <p:sp>
        <p:nvSpPr>
          <p:cNvPr id="18" name="Text 15"/>
          <p:cNvSpPr/>
          <p:nvPr/>
        </p:nvSpPr>
        <p:spPr>
          <a:xfrm>
            <a:off x="397764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compilation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hrs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840480" y="3108960"/>
            <a:ext cx="4846320" cy="384048"/>
          </a:xfrm>
          <a:prstGeom prst="roundRect">
            <a:avLst>
              <a:gd name="adj" fmla="val 11905"/>
            </a:avLst>
          </a:prstGeom>
          <a:solidFill>
            <a:srgbClr val="F3F4F6"/>
          </a:solidFill>
          <a:ln/>
        </p:spPr>
      </p:sp>
      <p:sp>
        <p:nvSpPr>
          <p:cNvPr id="21" name="Text 18"/>
          <p:cNvSpPr/>
          <p:nvPr/>
        </p:nvSpPr>
        <p:spPr>
          <a:xfrm>
            <a:off x="3977640" y="3154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58000" y="3154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hrs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840480" y="3749040"/>
            <a:ext cx="484632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/>
        </p:spPr>
      </p:sp>
      <p:sp>
        <p:nvSpPr>
          <p:cNvPr id="24" name="Text 21"/>
          <p:cNvSpPr/>
          <p:nvPr/>
        </p:nvSpPr>
        <p:spPr>
          <a:xfrm>
            <a:off x="3931920" y="3840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141 hours/month = Almost 1 FTE wasted!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PAIN POINTS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Parents Feel Lost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"No one guides my career"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1-2: "Focus on studies"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37744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3: "Think about placements"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2926080"/>
            <a:ext cx="3657600" cy="457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30175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4: "Why aren't you prepared?!"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skill gaps, no AI guidance, no practice tools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Parent: "I feel disconnected"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46320" y="1874520"/>
            <a:ext cx="50292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19202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40680" y="1874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college for fee status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2377440"/>
            <a:ext cx="50292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4846320" y="2423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40680" y="23774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know attendance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2880360"/>
            <a:ext cx="50292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846320" y="29260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44068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academics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3383280"/>
            <a:ext cx="502920" cy="4114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3"/>
          <p:cNvSpPr/>
          <p:nvPr/>
        </p:nvSpPr>
        <p:spPr>
          <a:xfrm>
            <a:off x="4846320" y="34290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440680" y="33832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track transport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hero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EduNexus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Complete Transformation.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188720" y="210312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3D2B5A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2240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56+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18872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Modules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0" y="210312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3D2B5A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2240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65760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Portals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210312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3D2B5A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240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800" dirty="0"/>
          </a:p>
        </p:txBody>
      </p:sp>
      <p:sp>
        <p:nvSpPr>
          <p:cNvPr id="14" name="Text 11"/>
          <p:cNvSpPr/>
          <p:nvPr/>
        </p:nvSpPr>
        <p:spPr>
          <a:xfrm>
            <a:off x="612648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Engines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Admission to Placement - Powered by AI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INTELLIGENCE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AI/ML Engines That Transform Outcomes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2D2D3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Score Prediction (85%+)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43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Placement Prediction (80%+)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Dropout Risk Detection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9436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Fee Collection Forecast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2D2D3F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2900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 Sample Papers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290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Adaptive Mock Tests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2900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Personalized Study Plans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2900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ATS-Optimized Resumes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118872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2D2D3F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12801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63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24/7 AI Chatbot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636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Career Readiness Index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6364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Skill Gap Analysis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Weak Topic ID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3D2B5A"/>
          </a:solidFill>
          <a:ln/>
        </p:spPr>
      </p:sp>
      <p:sp>
        <p:nvSpPr>
          <p:cNvPr id="24" name="Text 2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Technology: LSTM + XGBoost + GPT-4/Claude + AWS Rekognition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Prediction Engine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Rahul Sharma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Subject: Engineering Mathematics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92024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EDE7F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0116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Score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72/100 (±5)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31520" y="26974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87%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Areas: Integration (Ch.5), Diff Equations (Ch.7)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5488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Analyzes past scores &amp; patterns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Monitors attendance &amp; engagement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Tracks assignment submissions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Identifies weak topics auto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320040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3337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 intervene BEFORE exams!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CAPABILITY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Prediction &amp; Career Matching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Priya Patel | CSE, 3rd Year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691640"/>
            <a:ext cx="173736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468880" y="169164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/>
        </p:spPr>
      </p:sp>
      <p:sp>
        <p:nvSpPr>
          <p:cNvPr id="11" name="Text 8"/>
          <p:cNvSpPr/>
          <p:nvPr/>
        </p:nvSpPr>
        <p:spPr>
          <a:xfrm>
            <a:off x="246888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46888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LPA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0080" y="2651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Matches: TCS (92%) | Infosys (88%) | Wipro (85%)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017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Gaps: Data Structures, System Design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Analyzes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5488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CGPA trends &amp; performance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1947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Skills, certs, projects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754880" y="22951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Internship experience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26426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Company hiring patterns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30175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EDE7F6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Prediction Accuracy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4632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get skill gap analysis from Year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purple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 MOMENT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Principal's Executive Dashboard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College KPIs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6916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468880" y="16459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EDE7F6"/>
          </a:solidFill>
          <a:ln/>
        </p:spPr>
      </p:sp>
      <p:sp>
        <p:nvSpPr>
          <p:cNvPr id="11" name="Text 8"/>
          <p:cNvSpPr/>
          <p:nvPr/>
        </p:nvSpPr>
        <p:spPr>
          <a:xfrm>
            <a:off x="2468880" y="16916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Attendance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468880" y="1920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4297680" y="164592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0" y="169164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Students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97680" y="19202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651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Alert: CSE Dept attendance dropped 5% - Investigate?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40080" y="3108960"/>
            <a:ext cx="5303520" cy="45720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32004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AICTE Report ready - 1 click vs 2 weeks manual!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309360" y="11430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5E35B1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09360" y="1600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hrs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630936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on reporting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0936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focus vs data gathering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 MOMENT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HOD's Early Warning System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5029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234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At-Risk Students Alert (Week 3)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FEE2E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7373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Kumar | CSE-3A | Attendance: 62%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1965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Predicted: Fail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80560" y="1737360"/>
            <a:ext cx="685800" cy="36576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4480560" y="17830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40080" y="2377440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468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Singh | CSE-3A | Score trend: -15%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26974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attention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80560" y="2468880"/>
            <a:ext cx="68580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4480560" y="25146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40080" y="3154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identified in Week 3, not semester end!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0" y="114300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1280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Reduction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6928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4200" dirty="0"/>
          </a:p>
        </p:txBody>
      </p:sp>
      <p:sp>
        <p:nvSpPr>
          <p:cNvPr id="21" name="Text 18"/>
          <p:cNvSpPr/>
          <p:nvPr/>
        </p:nvSpPr>
        <p:spPr>
          <a:xfrm>
            <a:off x="5669280" y="2148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dropouts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269748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0" y="27889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Workload Optimization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6072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suggests optimal faculty-subject mapping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 MOMENT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Admin's Time Liberation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EduNexus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EE2E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10312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856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calls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03120" y="1856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hrs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203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103120" y="2203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hrs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2551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03120" y="25511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hrs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2898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03120" y="2898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hrs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246120"/>
            <a:ext cx="2560320" cy="18288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141 hrs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38328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EduNexus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383280" y="141732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D1FAE5"/>
          </a:solidFill>
          <a:ln/>
        </p:spPr>
      </p:sp>
      <p:sp>
        <p:nvSpPr>
          <p:cNvPr id="21" name="Text 18"/>
          <p:cNvSpPr/>
          <p:nvPr/>
        </p:nvSpPr>
        <p:spPr>
          <a:xfrm>
            <a:off x="347472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hrs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74720" y="18562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calls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029200" y="1856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74720" y="2203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0" y="22037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hrs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0" y="25511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029200" y="25511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474720" y="2898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29200" y="2898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474720" y="3246120"/>
            <a:ext cx="2560320" cy="18288"/>
          </a:xfrm>
          <a:prstGeom prst="rect">
            <a:avLst/>
          </a:prstGeom>
          <a:solidFill>
            <a:srgbClr val="6EE7B7"/>
          </a:solidFill>
          <a:ln/>
        </p:spPr>
      </p:sp>
      <p:sp>
        <p:nvSpPr>
          <p:cNvPr id="32" name="Text 29"/>
          <p:cNvSpPr/>
          <p:nvPr/>
        </p:nvSpPr>
        <p:spPr>
          <a:xfrm>
            <a:off x="3474720" y="3337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21 hrs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400800" y="1417320"/>
            <a:ext cx="2286000" cy="2286000"/>
          </a:xfrm>
          <a:prstGeom prst="roundRect">
            <a:avLst>
              <a:gd name="adj" fmla="val 4000"/>
            </a:avLst>
          </a:prstGeom>
          <a:solidFill>
            <a:srgbClr val="2E7D32"/>
          </a:solidFill>
          <a:ln/>
        </p:spPr>
      </p:sp>
      <p:sp>
        <p:nvSpPr>
          <p:cNvPr id="34" name="Text 31"/>
          <p:cNvSpPr/>
          <p:nvPr/>
        </p:nvSpPr>
        <p:spPr>
          <a:xfrm>
            <a:off x="64008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40080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4800" dirty="0"/>
          </a:p>
        </p:txBody>
      </p:sp>
      <p:sp>
        <p:nvSpPr>
          <p:cNvPr id="36" name="Text 33"/>
          <p:cNvSpPr/>
          <p:nvPr/>
        </p:nvSpPr>
        <p:spPr>
          <a:xfrm>
            <a:off x="640080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hours/month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675120" y="2880360"/>
            <a:ext cx="1737360" cy="18288"/>
          </a:xfrm>
          <a:prstGeom prst="rect">
            <a:avLst/>
          </a:prstGeom>
          <a:solidFill>
            <a:srgbClr val="A7F3D0"/>
          </a:solidFill>
          <a:ln/>
        </p:spPr>
      </p:sp>
      <p:sp>
        <p:nvSpPr>
          <p:cNvPr id="38" name="Text 35"/>
          <p:cNvSpPr/>
          <p:nvPr/>
        </p:nvSpPr>
        <p:spPr>
          <a:xfrm>
            <a:off x="64008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85%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purple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AHA MOMENTS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&amp; Parents Empowered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AI Career Hub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554480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EDE7F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600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Readiness Index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3657600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49631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Sample Papers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2816352"/>
            <a:ext cx="3657600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84378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Mock Tests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3163824"/>
            <a:ext cx="3657600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1912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Gap Analysis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3511296"/>
            <a:ext cx="3657600" cy="292608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353872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Resume Builder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0972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Parent: Peace of Mind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846320" y="1554480"/>
            <a:ext cx="1143000" cy="64008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157276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46320" y="17556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080760" y="1554480"/>
            <a:ext cx="1143000" cy="64008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/>
        </p:spPr>
      </p:sp>
      <p:sp>
        <p:nvSpPr>
          <p:cNvPr id="24" name="Text 21"/>
          <p:cNvSpPr/>
          <p:nvPr/>
        </p:nvSpPr>
        <p:spPr>
          <a:xfrm>
            <a:off x="6080760" y="157276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CGPA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080760" y="17556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7315200" y="1554480"/>
            <a:ext cx="1143000" cy="640080"/>
          </a:xfrm>
          <a:prstGeom prst="roundRect">
            <a:avLst>
              <a:gd name="adj" fmla="val 7143"/>
            </a:avLst>
          </a:prstGeom>
          <a:solidFill>
            <a:srgbClr val="F3F4F6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0" y="157276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315200" y="175564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4846320" y="2286000"/>
            <a:ext cx="3657600" cy="320040"/>
          </a:xfrm>
          <a:prstGeom prst="roundRect">
            <a:avLst>
              <a:gd name="adj" fmla="val 11429"/>
            </a:avLst>
          </a:prstGeom>
          <a:solidFill>
            <a:srgbClr val="EDE7F6"/>
          </a:solidFill>
          <a:ln/>
        </p:spPr>
      </p:sp>
      <p:sp>
        <p:nvSpPr>
          <p:cNvPr id="30" name="Text 27"/>
          <p:cNvSpPr/>
          <p:nvPr/>
        </p:nvSpPr>
        <p:spPr>
          <a:xfrm>
            <a:off x="4937760" y="23134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Bus: 2.5 km away | ETA: 8 mins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846320" y="26974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32" name="Text 29"/>
          <p:cNvSpPr/>
          <p:nvPr/>
        </p:nvSpPr>
        <p:spPr>
          <a:xfrm>
            <a:off x="484632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Satisfaction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4632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+60%</a:t>
            </a:r>
            <a:endParaRPr lang="en-US" sz="3200" dirty="0"/>
          </a:p>
        </p:txBody>
      </p:sp>
      <p:sp>
        <p:nvSpPr>
          <p:cNvPr id="34" name="Text 31"/>
          <p:cNvSpPr/>
          <p:nvPr/>
        </p:nvSpPr>
        <p:spPr>
          <a:xfrm>
            <a:off x="48463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dark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OUTCOME-BASED ENGAGEMENT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 Across the Board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2D2D3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286000"/>
            <a:ext cx="1280160" cy="274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payments, auto-reminders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18872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2D2D3F"/>
          </a:solidFill>
          <a:ln/>
        </p:spPr>
      </p:sp>
      <p:sp>
        <p:nvSpPr>
          <p:cNvPr id="11" name="Text 8"/>
          <p:cNvSpPr/>
          <p:nvPr/>
        </p:nvSpPr>
        <p:spPr>
          <a:xfrm>
            <a:off x="260604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60604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Rate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971800" y="2286000"/>
            <a:ext cx="12801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260604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career guidance from Year 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118872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2D2D3F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475488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Dropouts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20640" y="2286000"/>
            <a:ext cx="1280160" cy="274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intervention with AI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03720" y="1188720"/>
            <a:ext cx="2011680" cy="1920240"/>
          </a:xfrm>
          <a:prstGeom prst="roundRect">
            <a:avLst>
              <a:gd name="adj" fmla="val 4762"/>
            </a:avLst>
          </a:prstGeom>
          <a:solidFill>
            <a:srgbClr val="2D2D3F"/>
          </a:solidFill>
          <a:ln/>
        </p:spPr>
      </p:sp>
      <p:sp>
        <p:nvSpPr>
          <p:cNvPr id="21" name="Text 18"/>
          <p:cNvSpPr/>
          <p:nvPr/>
        </p:nvSpPr>
        <p:spPr>
          <a:xfrm>
            <a:off x="690372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69037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Reports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269480" y="2286000"/>
            <a:ext cx="1280160" cy="274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AICTE compliance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3D2B5A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Staff Time Saved: 18,000+ hours = Rs 40L+ value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success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INVESTMENT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That Speaks for Itself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5029200" cy="2743200"/>
          </a:xfrm>
          <a:prstGeom prst="roundRect">
            <a:avLst>
              <a:gd name="adj" fmla="val 3333"/>
            </a:avLst>
          </a:prstGeom>
          <a:solidFill>
            <a:srgbClr val="1A4D1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2801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5,000 Student College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Investment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8328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25,00,000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Collection Boost (5%)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8328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Rs 37,50,000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Productivity Savings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83280" y="2514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Rs 20,00,000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Placements Value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8328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Rs 45,00,000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291840"/>
            <a:ext cx="466344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 Returns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926080" y="3383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1,02,50,000+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669280" y="114300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1A4D1A"/>
          </a:solidFill>
          <a:ln/>
        </p:spPr>
      </p:sp>
      <p:sp>
        <p:nvSpPr>
          <p:cNvPr id="19" name="Text 16"/>
          <p:cNvSpPr/>
          <p:nvPr/>
        </p:nvSpPr>
        <p:spPr>
          <a:xfrm>
            <a:off x="5669280" y="1280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669280" y="15544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4x+</a:t>
            </a:r>
            <a:endParaRPr lang="en-US" sz="5600" dirty="0"/>
          </a:p>
        </p:txBody>
      </p:sp>
      <p:sp>
        <p:nvSpPr>
          <p:cNvPr id="21" name="Text 18"/>
          <p:cNvSpPr/>
          <p:nvPr/>
        </p:nvSpPr>
        <p:spPr>
          <a:xfrm>
            <a:off x="566928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in Year 1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69280" y="292608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1A4D1A"/>
          </a:solidFill>
          <a:ln/>
        </p:spPr>
      </p:sp>
      <p:sp>
        <p:nvSpPr>
          <p:cNvPr id="23" name="Text 20"/>
          <p:cNvSpPr/>
          <p:nvPr/>
        </p:nvSpPr>
        <p:spPr>
          <a:xfrm>
            <a:off x="5669280" y="3017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0" y="3291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 Months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light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PRICING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Transparent. All-Inclusive. No Surprises.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371600" y="1143000"/>
            <a:ext cx="3200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71600" y="1280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at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371600" y="1508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500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371600" y="2148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student / year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45920" y="2514600"/>
            <a:ext cx="2651760" cy="18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2651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Included: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463040" y="2926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56+ modules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017520" y="2926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 portals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6304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11 AI engines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01752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24/7 support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1143000"/>
            <a:ext cx="3017520" cy="2743200"/>
          </a:xfrm>
          <a:prstGeom prst="roundRect">
            <a:avLst>
              <a:gd name="adj" fmla="val 4000"/>
            </a:avLst>
          </a:prstGeom>
          <a:solidFill>
            <a:srgbClr val="5E35B1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1280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Discounts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9204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1 - 5,000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63640" y="1691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500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5,001 - 15,000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6364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450 (10% off)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9204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15,001 - 30,000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400 (20% off)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9204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30,001+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63640" y="2926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937760" y="3383280"/>
            <a:ext cx="265176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6" name="Text 23"/>
          <p:cNvSpPr/>
          <p:nvPr/>
        </p:nvSpPr>
        <p:spPr>
          <a:xfrm>
            <a:off x="4937760" y="3456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in 6 weeks!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riramvenkatg/edunexus/workspace/edunexus-deck/assets/hero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 College?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AI-first revolution in education management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97280" y="18288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Demo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 | Free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0" y="18288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3D2B5A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Pilot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| 100 students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1828800"/>
            <a:ext cx="2286000" cy="1188720"/>
          </a:xfrm>
          <a:prstGeom prst="roundRect">
            <a:avLst>
              <a:gd name="adj" fmla="val 7692"/>
            </a:avLst>
          </a:prstGeom>
          <a:solidFill>
            <a:srgbClr val="3D2B5A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21792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179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weeks | Full support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0" y="3291840"/>
            <a:ext cx="4572000" cy="777240"/>
          </a:xfrm>
          <a:prstGeom prst="roundRect">
            <a:avLst>
              <a:gd name="adj" fmla="val 11765"/>
            </a:avLst>
          </a:prstGeom>
          <a:solidFill>
            <a:srgbClr val="2D2B5A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3383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28600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sales@edunexus.in | www.edu-nexus.co.in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39D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Students' Success is Our Mission"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Quantumlayer Platform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EduNexus - AI-First College Management Platform</dc:title>
  <dc:subject>PptxGenJS Presentation</dc:subject>
  <dc:creator>EduNexus by Quantumlayer</dc:creator>
  <cp:lastModifiedBy>EduNexus by Quantumlayer</cp:lastModifiedBy>
  <cp:revision>1</cp:revision>
  <dcterms:created xsi:type="dcterms:W3CDTF">2026-01-22T01:51:40Z</dcterms:created>
  <dcterms:modified xsi:type="dcterms:W3CDTF">2026-01-22T01:51:40Z</dcterms:modified>
</cp:coreProperties>
</file>